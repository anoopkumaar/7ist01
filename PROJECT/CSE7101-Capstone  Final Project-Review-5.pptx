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9" r:id="rId6"/>
    <p:sldId id="274" r:id="rId7"/>
    <p:sldId id="275" r:id="rId8"/>
    <p:sldId id="273" r:id="rId9"/>
    <p:sldId id="271" r:id="rId10"/>
    <p:sldId id="279" r:id="rId11"/>
    <p:sldId id="270" r:id="rId12"/>
    <p:sldId id="277" r:id="rId13"/>
    <p:sldId id="278" r:id="rId14"/>
    <p:sldId id="268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EduVision-WiTrack: Secure Attendance with Visual Lock</a:t>
            </a:r>
            <a:endParaRPr lang="en-US" altLang="en-US" sz="2400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IST_4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700" b="1" dirty="0" err="1">
                <a:solidFill>
                  <a:schemeClr val="bg2"/>
                </a:solidFill>
                <a:latin typeface="Candara" panose="020E0502030303020204" pitchFamily="34" charset="0"/>
              </a:rPr>
              <a:t>Dr.Poornima</a:t>
            </a:r>
            <a:r>
              <a:rPr lang="en-IN" sz="1700" b="1" dirty="0">
                <a:solidFill>
                  <a:schemeClr val="bg2"/>
                </a:solidFill>
                <a:latin typeface="Candara" panose="020E0502030303020204" pitchFamily="34" charset="0"/>
              </a:rPr>
              <a:t> S</a:t>
            </a:r>
            <a:endParaRPr lang="en-IN" sz="1700" b="1" dirty="0">
              <a:solidFill>
                <a:schemeClr val="bg2"/>
              </a:solidFill>
              <a:latin typeface="Candara" panose="020E0502030303020204" pitchFamily="34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20221IST0023</a:t>
                      </a:r>
                      <a:endParaRPr lang="en-US"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 DHANUSH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20221IST0004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Bookman Old Style" panose="02050604050505020204"/>
                          <a:cs typeface="Times New Roman" panose="02020603050405020304" pitchFamily="18" charset="0"/>
                          <a:sym typeface="Arial" panose="020B0604020202020204"/>
                        </a:rPr>
                        <a:t>ANOOP KUMAR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20221IST0006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Bookman Old Style" panose="02050604050505020204"/>
                          <a:cs typeface="Times New Roman" panose="02020603050405020304" pitchFamily="18" charset="0"/>
                          <a:sym typeface="Arial" panose="020B0604020202020204"/>
                        </a:rPr>
                        <a:t>NAVYA B</a:t>
                      </a:r>
                      <a:endParaRPr sz="1800" u="none" strike="noStrike" cap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</a:t>
            </a:r>
            <a:r>
              <a:rPr lang="en-IN" alt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5</a:t>
            </a:r>
            <a:endParaRPr lang="en-IN" altLang="en-GB"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dirty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Information Science and Technology</a:t>
            </a:r>
            <a:endParaRPr lang="en-US" sz="1800" b="1" dirty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: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Pallavi R </a:t>
            </a: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Ms. Benitha </a:t>
            </a:r>
            <a:r>
              <a:rPr lang="en-US" sz="18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Christinal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 J  </a:t>
            </a: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Sampath A K , Dr. Geetha A 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endParaRPr lang="en-US" sz="1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  <a:endParaRPr lang="en-US" sz="1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150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  <a:sym typeface="+mn-ea"/>
              </a:rPr>
              <a:t>System Architecture Diagram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Analysis of Problem Statement</a:t>
            </a:r>
            <a:endParaRPr lang="en-US" sz="1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+mn-ea"/>
              </a:rPr>
              <a:t>SDGs</a:t>
            </a:r>
            <a:endParaRPr lang="en-US" altLang="en-US" sz="1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Scope</a:t>
            </a:r>
            <a:endParaRPr lang="en-US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+mn-ea"/>
              </a:rPr>
              <a:t>Output</a:t>
            </a:r>
            <a:endParaRPr lang="en-US" altLang="en-US" sz="15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US" altLang="en-US" sz="15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+mn-ea"/>
              </a:rPr>
              <a:t>Github Link</a:t>
            </a:r>
            <a:endParaRPr lang="en-US" sz="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582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6200" indent="0">
              <a:buNone/>
            </a:pPr>
            <a:r>
              <a:rPr lang="en-US" altLang="en-US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</a:t>
            </a:r>
            <a:endParaRPr lang="en-US" altLang="en-US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Traditional attendance systems are slow, easy to manipulate, and allow proxy attendance. Basic Wi-Fi–based attendance marks students present just by detecting their device, even if they are outside the classroom. This creates a major security problem.</a:t>
            </a:r>
            <a:endParaRPr lang="en-US" alt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US" alt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solve this, there is a need for a secure system that can verify both device connection and physical presence. The proposed solution combines Wi-Fi IP detection with a real-time camera headcount to ensure attendance is marked only when both match, preventing proxy and improving accuracy.</a:t>
            </a:r>
            <a:endParaRPr lang="en-US" alt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953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12800" y="1297647"/>
            <a:ext cx="10151110" cy="3169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 attendance system using Wi-Fi IP detection and real-time camera validation.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prevent proxy attendance by matching connected device count with actual student headcount.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automate attendance marking and reduce manual effort and human errors.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utilize existing campus Wi-Fi and low-cost camera hardware for an affordable solution.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accurate, fast, and reliable attendance recording for classrooms.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716418"/>
            <a:ext cx="10668000" cy="45719"/>
          </a:xfrm>
        </p:spPr>
        <p:txBody>
          <a:bodyPr/>
          <a:lstStyle/>
          <a:p>
            <a:r>
              <a:rPr lang="en-IN">
                <a:latin typeface="Calibri" panose="020F0502020204030204"/>
                <a:ea typeface="Calibri" panose="020F0502020204030204"/>
                <a:sym typeface="+mn-ea"/>
              </a:rPr>
              <a:t>System Architecture Diagram</a:t>
            </a:r>
            <a:endParaRPr lang="en-IN" dirty="0"/>
          </a:p>
        </p:txBody>
      </p:sp>
      <p:pic>
        <p:nvPicPr>
          <p:cNvPr id="3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805" y="1578610"/>
            <a:ext cx="7449820" cy="37007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475105"/>
            <a:ext cx="10668000" cy="3415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attendance methods fail to ensure accuracy and are vulnerable to manipulation, especially through proxy attendance. Basic Wi-Fi–based systems only verify a device’s connection, not the student’s physical presence, making them easy to exploit. Camera-only or biometric systems require costly hardware and may raise privacy concerns.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Hence, the core problem is the lack of a secure, dual-verification mechanism that confirms both the student's physical presence and authenticated device connection. A combined Wi-Fi and camera-based approach effectively addresses this gap by ensuring attendance is marked only when both validations match.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SDGs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0420" y="964565"/>
            <a:ext cx="6633845" cy="309753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224915" y="432689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SDG 4 – Quality Education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&amp; Infrastructure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SDG 16 – Peace, Justice &amp; Strong Institutions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Scope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en-US" sz="2000"/>
              <a:t>Integration of face recognition to identify individual students automatically.</a:t>
            </a: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Expansion of the system for large halls using multiple synchronized cameras.</a:t>
            </a: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Addition of GPS/location verification for outdoor or seminar-based attendance.</a:t>
            </a: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Development of a mobile app for real-time alerts, analytics, and instructor controls.</a:t>
            </a:r>
            <a:endParaRPr lang="en-US" altLang="en-US" sz="2000"/>
          </a:p>
          <a:p>
            <a:pPr>
              <a:lnSpc>
                <a:spcPct val="150000"/>
              </a:lnSpc>
            </a:pPr>
            <a:r>
              <a:rPr lang="en-US" altLang="en-US" sz="2000"/>
              <a:t>Use of AI models to improve headcount accuracy and detect unusual attendance patterns.</a:t>
            </a:r>
            <a:endParaRPr lang="en-US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Situation 1: There are 1 pupils in the class, and every registered gadget is linked to the Wi-Fi. Twenty students were counted by the camera. All 1 of the students were correctly marked by the system.</a:t>
            </a:r>
            <a:endParaRPr lang="en-US" alt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76551100" name="Picture 1" descr="A screenshot of a computer&#10;&#10;Description automatically generated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745" y="2586355"/>
            <a:ext cx="8427720" cy="3178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Output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Situation 2: Attendance of Proxy Try. From outside the classroom network, a student's device was linked. Although the IP address was identified, there were 2 pupils with cameras and 3 connected devices. By accurately detecting the disparity and flagging the attendance as invalid, the system stopped fraudulent marking. 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91410261" name="Picture 4" descr="A screenshot of a computer&#10;&#10;Description automatically generated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595" y="3514090"/>
            <a:ext cx="9470390" cy="2157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Conclusion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A unique Wi-Fi and camera-based smart attendance monitoring system that overcomes the serious security vulnerabilities of single-factor solutions was successfully created and tested in this study. The system offers a strong defense against proxy attendance fraud by putting in place a dual-validation mechanism that compares the number of authenticated IP addresses on the network with a real-time, camera-based occupant headcount. 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The methodology's main goals were accomplished by: 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Mitigating Fraud: Showing that the dual-check logic is successful in guaranteeing both digital and physical presence, 100% fraud detection was achieved in tested proxy scenarios.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Assuring Feasibility: Verifying that a high-security automated system can be implemented with affordable and easily accessible infrastructure, such as the campus's current Wi-Fi and widely used computer vision libraries. 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By effectively automating the time-consuming attendance process and providing extra features like a location-based fallback for connectivity problems, efficiency can be increased.</a:t>
            </a:r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https://github.com/ANOOPKUMAAR/7IST01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4585</Words>
  <Application>WPS Presentation</Application>
  <PresentationFormat>Widescreen</PresentationFormat>
  <Paragraphs>121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Times New Roman</vt:lpstr>
      <vt:lpstr>Candara</vt:lpstr>
      <vt:lpstr>Microsoft YaHei</vt:lpstr>
      <vt:lpstr>Arial Unicode MS</vt:lpstr>
      <vt:lpstr>Calibri</vt:lpstr>
      <vt:lpstr>Aparajita</vt:lpstr>
      <vt:lpstr>Bahnschrift</vt:lpstr>
      <vt:lpstr>Arial Narrow</vt:lpstr>
      <vt:lpstr>Trebuchet MS</vt:lpstr>
      <vt:lpstr>Bioinformatics</vt:lpstr>
      <vt:lpstr>Wifi Based Classroom Attendance Application</vt:lpstr>
      <vt:lpstr>Content</vt:lpstr>
      <vt:lpstr>Problem Statement Number: 582</vt:lpstr>
      <vt:lpstr>Objectives</vt:lpstr>
      <vt:lpstr>Background and Related work for title Selection </vt:lpstr>
      <vt:lpstr>Analysis of Problem Statement</vt:lpstr>
      <vt:lpstr>Analysis of Problem Statement </vt:lpstr>
      <vt:lpstr>PowerPoint 演示文稿</vt:lpstr>
      <vt:lpstr>Timeline of the Project (Gantt Chart)</vt:lpstr>
      <vt:lpstr>PowerPoint 演示文稿</vt:lpstr>
      <vt:lpstr>PowerPoint 演示文稿</vt:lpstr>
      <vt:lpstr>Github Link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Dhanush Dhanush</cp:lastModifiedBy>
  <cp:revision>43</cp:revision>
  <dcterms:created xsi:type="dcterms:W3CDTF">2025-11-29T14:26:37Z</dcterms:created>
  <dcterms:modified xsi:type="dcterms:W3CDTF">2025-11-29T15:26:44Z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035759B27FB64D74BAAB2F3DB02ECA64_13</vt:lpwstr>
  </property>
  <property fmtid="{D5CDD505-2E9C-101B-9397-08002B2CF9AE}" pid="3" name="KSOProductBuildVer">
    <vt:lpwstr>1033-12.2.0.23155</vt:lpwstr>
  </property>
</Properties>
</file>